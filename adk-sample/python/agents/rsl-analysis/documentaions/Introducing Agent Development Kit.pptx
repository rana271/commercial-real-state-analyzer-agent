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EFA7C-3612-2DD2-64EA-0B6446F720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B56D27-6BC1-C02F-1A25-B5E30C0C91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13D89E-701B-8BE8-5F50-B0F334272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59A41-5015-41ED-B204-A69CC4ED8015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748B78-0AAD-7576-CD9F-2E55CE25E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A7F649-314F-AAFA-6BF0-D4BB0DB30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41054-C82C-4F67-B3F7-59DB3793D1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7592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D7B35-23A4-0D28-330D-889CAE0D3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09AD4-79C9-F680-0BB7-B9B33CA8BC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DE069B-EA57-0238-2BD5-C97EF07FF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59A41-5015-41ED-B204-A69CC4ED8015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075CE-3C0B-D1B7-11FE-B26A19108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1C8484-B5A8-03F1-97D0-84D437198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41054-C82C-4F67-B3F7-59DB3793D1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2313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920F6-1F08-5646-1645-54819A06E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0977C-1B9B-818B-6DB1-4D02C890D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BA1AFB-A68E-50A3-0C6E-D4898D394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59A41-5015-41ED-B204-A69CC4ED8015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934B5-2A75-F787-9855-8E7657181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474293-E222-6136-77E5-3DF676D04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41054-C82C-4F67-B3F7-59DB3793D1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9349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5B809-68DC-5087-97B8-9218FAAD5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6FBF5-54C1-44F4-004D-8799E1CA34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B43D5E-DD01-9E9D-7B1C-8BADDB5DED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0DDC5A-574F-0E98-11FF-4533AD8F4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59A41-5015-41ED-B204-A69CC4ED8015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71205A-CD42-BD0A-0245-ADAD4ACB8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4FBBDB-7B44-B92D-4362-75D290A54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41054-C82C-4F67-B3F7-59DB3793D1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2483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93409-39F3-438A-A769-AFB4FFBE5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E14BCA-DE15-FE40-15A9-27EBAAD112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275768-D9EF-298F-6059-281FC179D1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8AF807-4788-9FF7-799F-385D1EB0C0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D4F1C6-C44A-B64B-427D-7102733935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1A5FFA-AD27-992E-D309-E2B6E86D8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59A41-5015-41ED-B204-A69CC4ED8015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9A2C74-AEBC-AB23-5349-14CDA0D4A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DF322B-EB44-B937-0177-000FE3369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41054-C82C-4F67-B3F7-59DB3793D1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879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FE9E3-F888-F23A-C5A1-6F127426B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9534DA-9B3D-AB41-9DBC-86985F10A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59A41-5015-41ED-B204-A69CC4ED8015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C2A950-12DB-E443-59A4-CC8690BAA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6D48BE-1AC6-1D87-5821-AC2C91368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41054-C82C-4F67-B3F7-59DB3793D1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9071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2FF635-9965-5361-BD9C-83A7AAC4E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59A41-5015-41ED-B204-A69CC4ED8015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4699B2-650E-BFCF-D706-66A5A03C2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BE504E-94C0-48A5-3A30-020FD3834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41054-C82C-4F67-B3F7-59DB3793D1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6759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FDFF0-6A3E-2341-F8C5-95593B3C1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AE264-94A3-7F51-00C1-E4B6C7648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7C6918-A623-9FA5-DA5F-30E0CA9812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200E29-E150-EF12-C86D-146567DC1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59A41-5015-41ED-B204-A69CC4ED8015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CBDEC1-658D-24E7-46CA-C2D4036B1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BB0C29-D497-93FF-5842-8FD064445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41054-C82C-4F67-B3F7-59DB3793D1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2394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A26EE-36A9-0F93-ADDF-D89EA81D9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19BEC5-FC89-EF7F-9DF6-D30886EEF0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BFD51F-0B9F-5C66-64A9-173D9494FB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485311-3FAA-9565-FC08-520F74FAB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59A41-5015-41ED-B204-A69CC4ED8015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BCA34F-DDBA-6DFC-F1DD-56E7C9E86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FE6016-86AE-1C30-99C6-908798BDB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41054-C82C-4F67-B3F7-59DB3793D1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6707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FB95B-1916-301E-5BD5-9DD0BF8E9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161D29-605C-A863-27F7-64DB0CE871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DEE200-4798-CAA3-33BD-FC095B123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59A41-5015-41ED-B204-A69CC4ED8015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35F601-01AF-BBC7-DD3D-F2529AB7D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1407BB-92DA-EAA7-2FE3-D7FE91A31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41054-C82C-4F67-B3F7-59DB3793D1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9073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C899AC-D997-1D17-3E3F-72DCE73F7D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F14710-BC41-C9A0-0440-088F42DBCF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59C474-0E6A-B113-146A-7139FF620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59A41-5015-41ED-B204-A69CC4ED8015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A4CF5-C6DF-CF85-F96D-B2E207890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30002F-B60B-3C6B-62F8-5AAAADE03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41054-C82C-4F67-B3F7-59DB3793D1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207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C5BF9A-8F21-7831-985D-F9456E4C4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2258A3-CA08-C87B-A043-85FA92CF70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CD6A18-E8D3-18C4-CDF6-F0A0AB69B7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C59A41-5015-41ED-B204-A69CC4ED8015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B03695-6F91-B209-4798-A6DFD8365A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FFB0C2-E2C6-20C5-618F-8DEFDAAEB3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741054-C82C-4F67-B3F7-59DB3793D1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6126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oogle/adk-samples/tree/main" TargetMode="External"/><Relationship Id="rId2" Type="http://schemas.openxmlformats.org/officeDocument/2006/relationships/hyperlink" Target="https://www.youtube.com/watch?v=zgrOwow_uTQ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oo.gle/developers" TargetMode="External"/><Relationship Id="rId5" Type="http://schemas.openxmlformats.org/officeDocument/2006/relationships/hyperlink" Target="https://goo.gle/3Rbdo4s" TargetMode="External"/><Relationship Id="rId4" Type="http://schemas.openxmlformats.org/officeDocument/2006/relationships/hyperlink" Target="https://www.youtube.com/redirect?event=video_description&amp;redir_token=QUFFLUhqbVpUOU9SRjhJMGtORnIwQ19VbjhVTUNCQV92d3xBQ3Jtc0tsNWl1YXlIYmp2RjlJak05WjR0eE9BSXI4UXZjQjBtbGdzMjVWbXZmMHpvUmNKQVBkZXYwa21pX2RfRUpNM1FBSDhob0Rxc2hYUHNsSmphTFlNdXZSS1J6d1piTXR2SUVRVjdYdHZhcllLX3dKTGRfZw&amp;q=https%3A%2F%2Fgoogle.github.io%2Fadk-docs&amp;v=zgrOwow_uTQ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ai.google.dev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onsole.cloud.google.com/" TargetMode="External"/><Relationship Id="rId2" Type="http://schemas.openxmlformats.org/officeDocument/2006/relationships/hyperlink" Target="https://aistudio.google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4E568-F77E-50C8-5BB8-05FFAE74D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Introducing Agent Development Kit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9C335F-CFD9-DF97-6FB2-094400572E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Rana 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7993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B8B13-245E-DBCD-5228-32D8282D0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Purpose of </a:t>
            </a:r>
            <a:r>
              <a:rPr lang="en-US" dirty="0" err="1"/>
              <a:t>ADk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6560D-26F7-3AC8-9F47-A3D420DA1F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Purpose of ADK</a:t>
            </a:r>
            <a:r>
              <a:rPr lang="en-US" dirty="0"/>
              <a:t>: Simplifies the creation of production-ready AI agents, including multi-modal and multi-agent systems.</a:t>
            </a:r>
          </a:p>
          <a:p>
            <a:r>
              <a:rPr lang="en-IN" b="1" dirty="0"/>
              <a:t>Design Principles</a:t>
            </a:r>
            <a:r>
              <a:rPr lang="en-IN" dirty="0"/>
              <a:t>:</a:t>
            </a:r>
          </a:p>
          <a:p>
            <a:r>
              <a:rPr lang="en-IN" dirty="0"/>
              <a:t>Model-agnostic and deployment-agnostic (works across different AI models and environments).</a:t>
            </a:r>
          </a:p>
          <a:p>
            <a:r>
              <a:rPr lang="en-IN" dirty="0"/>
              <a:t>Interoperable foundation, making agent development feel like traditional software development.</a:t>
            </a:r>
          </a:p>
          <a:p>
            <a:r>
              <a:rPr lang="en-IN" dirty="0"/>
              <a:t>Native support for multi-modal streaming.</a:t>
            </a:r>
          </a:p>
          <a:p>
            <a:r>
              <a:rPr lang="en-IN" dirty="0"/>
              <a:t>Built-in UI for local debugging.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9098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E7DD1-357B-BCDE-8D65-089680AE9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that?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A30BD8-DC08-F0FC-5CF4-DA3BA4B514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6029" y="1344759"/>
            <a:ext cx="9013371" cy="5127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371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FA509-9960-BF9E-E6DF-17E57FBA1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48076-9803-72E4-19CD-6798F6C6F0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(330) Introducing Agent Development Kit – YouTube</a:t>
            </a:r>
            <a:endParaRPr lang="en-US" dirty="0"/>
          </a:p>
          <a:p>
            <a:r>
              <a:rPr lang="en-US" dirty="0">
                <a:hlinkClick r:id="rId3"/>
              </a:rPr>
              <a:t>GitHub - google/</a:t>
            </a:r>
            <a:r>
              <a:rPr lang="en-US" dirty="0" err="1">
                <a:hlinkClick r:id="rId3"/>
              </a:rPr>
              <a:t>adk</a:t>
            </a:r>
            <a:r>
              <a:rPr lang="en-US" dirty="0">
                <a:hlinkClick r:id="rId3"/>
              </a:rPr>
              <a:t>-samples: A collection of sample agents built with Agent Development Kit (ADK)</a:t>
            </a:r>
            <a:endParaRPr lang="en-US" dirty="0"/>
          </a:p>
          <a:p>
            <a:r>
              <a:rPr lang="en-US" dirty="0"/>
              <a:t>Resources: Get Started → </a:t>
            </a:r>
            <a:r>
              <a:rPr lang="en-US" dirty="0">
                <a:hlinkClick r:id="rId4"/>
              </a:rPr>
              <a:t>https://google.github.io/adk-docs</a:t>
            </a:r>
            <a:r>
              <a:rPr lang="en-US" dirty="0"/>
              <a:t> Sample Agents → </a:t>
            </a:r>
            <a:r>
              <a:rPr lang="en-US" dirty="0">
                <a:hlinkClick r:id="rId5"/>
              </a:rPr>
              <a:t>https://goo.gle/3Rbdo4s</a:t>
            </a:r>
            <a:r>
              <a:rPr lang="en-US" dirty="0"/>
              <a:t> Subscribe to Google for Developers → </a:t>
            </a:r>
            <a:r>
              <a:rPr lang="en-US" dirty="0">
                <a:hlinkClick r:id="rId6"/>
              </a:rPr>
              <a:t>https://goo.gle/developers</a:t>
            </a:r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0710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2F39D-D4F7-6879-53A8-1F81A97C4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Env Setup and create my first Agent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FF9FB0-D507-D8EF-F270-9876548048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92260" y="2216852"/>
            <a:ext cx="6407479" cy="3568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089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4A543-8B01-4E92-1ABE-E58EF8F04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Virtual Env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18FC0D-83FA-D0B9-E40E-30A836EB12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9375" y="1690687"/>
            <a:ext cx="9424660" cy="24676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A46D92-63AE-E718-6C68-C364F78A1C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295" y="4557682"/>
            <a:ext cx="6838134" cy="118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192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23645-5F9C-1CCA-059A-AB4CB977D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Subfolder creation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C7D67-F400-E0CB-F645-DEF45E206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Pip install </a:t>
            </a:r>
            <a:r>
              <a:rPr lang="en-IN" dirty="0" err="1"/>
              <a:t>google.adk</a:t>
            </a:r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534A4D-2CC2-A204-18B7-91CFCDFFB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609" y="2447435"/>
            <a:ext cx="3676839" cy="13970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34AC23-500B-7C8B-93C7-C3B2999CC6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232" y="4145611"/>
            <a:ext cx="2566339" cy="2540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536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F6E21-7BBA-B35E-D4EA-FEE1DB956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DE8E7-36D7-87D8-38DD-E05B2A39E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hlinkClick r:id="rId2"/>
              </a:rPr>
              <a:t>Gemini Developer API | Gemma open models  |  Google AI for Developers</a:t>
            </a:r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54AE69-B63B-906A-C30D-C31C35DAA5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654" y="2820725"/>
            <a:ext cx="8174705" cy="285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3058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38760-F13F-1BDE-B986-712BB7590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Api key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5E5DE6-860A-9408-D02E-5ED991CBE6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4258" y="1965179"/>
            <a:ext cx="8340317" cy="212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1038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CCCAA-314C-C365-30B5-12C24DA5A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Api key and Google Cloud Account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49A00-4A5F-EDC1-65D1-5042165981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hlinkClick r:id="rId2"/>
              </a:rPr>
              <a:t>https://aistudio.google.com/</a:t>
            </a:r>
            <a:endParaRPr lang="en-IN" dirty="0"/>
          </a:p>
          <a:p>
            <a:r>
              <a:rPr lang="en-IN" dirty="0"/>
              <a:t>Create google Cloud project </a:t>
            </a:r>
          </a:p>
          <a:p>
            <a:r>
              <a:rPr lang="en-IN" dirty="0">
                <a:hlinkClick r:id="rId3"/>
              </a:rPr>
              <a:t>https://console.cloud.google.com/</a:t>
            </a:r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71D1D6-3A49-D767-C7F6-6E6DE57098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674" y="3724133"/>
            <a:ext cx="5169166" cy="2768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845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881BC-19D0-F46E-73BB-99A35DFC6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Import agent from startup.py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36B36B-DC6A-EA7C-2D1A-386C0CF6A8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9070" y="1593704"/>
            <a:ext cx="7200724" cy="18352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10CA54-BC15-EAE2-2CDB-90BC9D2026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070" y="3593128"/>
            <a:ext cx="6251701" cy="2502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6566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4BBE9-6F8F-89C4-F887-327453D4C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Run the Agent Final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14DC568-5395-54C1-D7C5-4348ED5C27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58939" y="2572470"/>
            <a:ext cx="6274122" cy="2857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9451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50379-D6FB-96E9-D423-2E1EF25FB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1BC7F1D-18F9-D444-E58B-C2235C1B83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4371" y="2128805"/>
            <a:ext cx="8930012" cy="3869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4336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2325</TotalTime>
  <Words>206</Words>
  <Application>Microsoft Office PowerPoint</Application>
  <PresentationFormat>Widescreen</PresentationFormat>
  <Paragraphs>26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Introducing Agent Development Kit </vt:lpstr>
      <vt:lpstr>Purpose of ADk</vt:lpstr>
      <vt:lpstr>What is that?</vt:lpstr>
      <vt:lpstr>Resource</vt:lpstr>
      <vt:lpstr>Env Setup and create my first Agent</vt:lpstr>
      <vt:lpstr>Virtual Env</vt:lpstr>
      <vt:lpstr>Subfolder creation</vt:lpstr>
      <vt:lpstr>PowerPoint Presentation</vt:lpstr>
      <vt:lpstr>Api key</vt:lpstr>
      <vt:lpstr>Api key and Google Cloud Account</vt:lpstr>
      <vt:lpstr>Import agent from startup.py</vt:lpstr>
      <vt:lpstr>Run the Agent Final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Rana De</dc:creator>
  <cp:lastModifiedBy>Rana De</cp:lastModifiedBy>
  <cp:revision>5</cp:revision>
  <dcterms:created xsi:type="dcterms:W3CDTF">2025-12-06T04:47:59Z</dcterms:created>
  <dcterms:modified xsi:type="dcterms:W3CDTF">2025-12-16T02:47:20Z</dcterms:modified>
</cp:coreProperties>
</file>